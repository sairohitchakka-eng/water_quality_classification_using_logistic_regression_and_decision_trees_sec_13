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73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WATER QUALITY CLASSIFICATION</a:t>
            </a:r>
          </a:p>
          <a:p>
            <a:pPr>
              <a:defRPr sz="2600" b="1">
                <a:solidFill>
                  <a:srgbClr val="AFEBE6"/>
                </a:solidFill>
                <a:latin typeface="Aptos Display"/>
              </a:defRPr>
            </a:pPr>
            <a:r>
              <a:t>USING LOGISTIC REGRESSION AND DECISION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5760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Surendra – 2520090142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Sathwik – 2520080041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Sai Rohit – 2520090091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Department: CS – IT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KLH Bachupally Campus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Academic Year: 2025 – 2029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Guided By: Dr. Sai Lakshmi Haritha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743200"/>
            <a:ext cx="3840480" cy="2103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2743200"/>
            <a:ext cx="73152" cy="21031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16368" y="2907792"/>
            <a:ext cx="34747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02D46"/>
                </a:solidFill>
                <a:latin typeface="Aptos"/>
              </a:defRPr>
            </a:pPr>
            <a:r>
              <a:t>ML Classification</a:t>
            </a:r>
          </a:p>
          <a:p>
            <a:pPr>
              <a:spcBef>
                <a:spcPts val="700"/>
              </a:spcBef>
              <a:defRPr sz="1500">
                <a:solidFill>
                  <a:srgbClr val="232D37"/>
                </a:solidFill>
                <a:latin typeface="Aptos"/>
              </a:defRPr>
            </a:pPr>
            <a:r>
              <a:t>Classify water quality from measured water parameters using supervised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Water quality assessment is important for safe drinking water, environmental protection, agriculture, and public health.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Traditional testing can require laboratory analysis and expert interpretation, which may be time-consuming.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This project develops a website that uses machine-learning classification to estimate water quality from input parameters.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Two supervised learning approaches are used: Logistic Regression and Decision Tree classification.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The system presents the predicted class through a simple web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7472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50876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Existing Problem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Water quality depends on multiple chemical and physical parameters, making manual interpretation difficult for non-experts.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7472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73152" cy="150876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Challenges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Large or repeated measurements can be difficult to analyze quickly and consistently.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47472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73152" cy="150876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399032"/>
            <a:ext cx="3108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Affected Users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Students, researchers, environmental teams, water-management organizations, and communities.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Need for a simple interface for entering water-quality parameters.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Need to compare interpretable classification models.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Need to provide a quick, consistent prediction instead of relying only on manual interpretation.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To apply machine learning to a practical environmental problem.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To make water-quality classification easier to understand and demonstrate through a website.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To compare Logistic Regression, a simple probabilistic linear classifier, with a Decision Tree, a rule-based model.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To build a foundation that can later support larger datasets, dashboards, and real-time sensor inputs.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512064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73152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399032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01  Collect &amp; Prepare Data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Load water-quality records and clean/prepare relevant features for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12064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73152" cy="114300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399032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02  Train Models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Train Logistic Regression and Decision Tree classifiers.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12064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651760"/>
            <a:ext cx="73152" cy="114300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816352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03  Evaluate Performance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Measure model performance using suitable classification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51760"/>
            <a:ext cx="512064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651760"/>
            <a:ext cx="73152" cy="114300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2816352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04  Build Website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Provide an easy interface for entering values and viewing predictions.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069080"/>
            <a:ext cx="512064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66160" y="4069080"/>
            <a:ext cx="73152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67328" y="4233672"/>
            <a:ext cx="47548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05  Compare &amp; Improve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Compare models and identify the better-performing approach for the selected dataset.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Manual or laboratory-based water-quality assessment.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Rule-based interpretation of individual parameters.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Separate tools may be used for data analysis and visualization.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Users may need technical knowledge to interpret measurements.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Limitations: slower analysis, limited automation, and difficulty comparing multiple classification approaches.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5534" y="217627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21838" y="192024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7558" y="210312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03012" y="217627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49316" y="192024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95036" y="210312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ML Models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0491" y="217627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76795" y="192024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22515" y="210312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7969" y="217627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04273" y="192024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49993" y="210312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Web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The website accepts water-quality parameters from the user.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Input data is processed using the same preprocessing steps used during model training.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Both Logistic Regression and Decision Tree models can classify the water-quality category.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The website displays the predicted class and can be extended to show model comparison and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01168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Input Layer</a:t>
            </a:r>
          </a:p>
          <a:p>
            <a:pPr>
              <a:spcBef>
                <a:spcPts val="7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Water parameters entered through website.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201168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1417320"/>
            <a:ext cx="73152" cy="114300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581912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Preprocessing</a:t>
            </a:r>
          </a:p>
          <a:p>
            <a:pPr>
              <a:spcBef>
                <a:spcPts val="7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Cleaning, scaling/encoding as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17320"/>
            <a:ext cx="201168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74920" y="1417320"/>
            <a:ext cx="73152" cy="114300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1581912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ML Layer</a:t>
            </a:r>
          </a:p>
          <a:p>
            <a:pPr>
              <a:spcBef>
                <a:spcPts val="7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Logistic Regression + Decision Tree.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17320"/>
            <a:ext cx="201168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1417320"/>
            <a:ext cx="73152" cy="114300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1581912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Decision</a:t>
            </a:r>
          </a:p>
          <a:p>
            <a:pPr>
              <a:spcBef>
                <a:spcPts val="7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Predicted quality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417320"/>
            <a:ext cx="201168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1417320"/>
            <a:ext cx="73152" cy="114300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1581912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Output</a:t>
            </a:r>
          </a:p>
          <a:p>
            <a:pPr>
              <a:spcBef>
                <a:spcPts val="700"/>
              </a:spcBef>
              <a:defRPr sz="1200">
                <a:solidFill>
                  <a:srgbClr val="232D37"/>
                </a:solidFill>
                <a:latin typeface="Aptos"/>
              </a:defRPr>
            </a:pPr>
            <a:r>
              <a:t>Result shown on website.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8328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Water Parameters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75534" y="363931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21838" y="338328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67558" y="356616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03012" y="363931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049316" y="338328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95036" y="356616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LR Model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130491" y="363931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276795" y="338328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22515" y="356616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DT Model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57969" y="363931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504273" y="3383280"/>
            <a:ext cx="2062886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49993" y="3566160"/>
            <a:ext cx="197144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Classification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7548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Training phase: dataset → preprocessing → model training → evaluation → saved model.</a:t>
            </a:r>
          </a:p>
          <a:p>
            <a:pPr>
              <a:spcAft>
                <a:spcPts val="10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Prediction phase: website input → preprocessing → trained model → classification result.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426464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39112" y="208483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85416" y="1828800"/>
            <a:ext cx="1426464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136" y="2011680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30168" y="208483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6472" y="1828800"/>
            <a:ext cx="1426464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2191" y="2011680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Select 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21223" y="208483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67528" y="1828800"/>
            <a:ext cx="1426464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13248" y="2011680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Split Data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12279" y="208483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58584" y="1828800"/>
            <a:ext cx="1426464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04304" y="2011680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Train Models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03336" y="208483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549640" y="1828800"/>
            <a:ext cx="1426464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0" y="2011680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94392" y="2084832"/>
            <a:ext cx="128015" cy="274320"/>
          </a:xfrm>
          <a:prstGeom prst="rightArrow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140696" y="1828800"/>
            <a:ext cx="1426464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2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86416" y="2011680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D46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15468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1. Acquire the selected water-quality dataset.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2. Handle missing/invalid values and prepare features.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3. Split data into training and testing sets.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4. Train Logistic Regression and Decision Tree classifiers.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5. Evaluate using accuracy, precision, recall and F1-score.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6. Integrate the selected model(s) with the website.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747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Frontend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HTML, CSS, JavaScript</a:t>
            </a:r>
            <a:br/>
            <a:r>
              <a:t>(or the frontend framework used in your implementation)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123444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Backend / ML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Python with Flask/FastAPI (as applicable) and scikit-learn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234440"/>
            <a:ext cx="34747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55279" y="1234440"/>
            <a:ext cx="73152" cy="123444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139903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Data &amp; Models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Pandas, NumPy, scikit-learn; trained model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34747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88920"/>
            <a:ext cx="73152" cy="123444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95351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Development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VS Code / Jupyter Notebook / Python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788920"/>
            <a:ext cx="34747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2788920"/>
            <a:ext cx="73152" cy="123444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295351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Visualization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Matplotlib / charts for evaluation and comparison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788920"/>
            <a:ext cx="3474720" cy="12344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79" y="2788920"/>
            <a:ext cx="73152" cy="123444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8" y="295351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Deployment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Local server or cloud deployment depending on project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System Modules /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73152" cy="9601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0759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1. User Interface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Collects water-quality input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73152" cy="96012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0759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2. Data Preprocessing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Cleans and transforms input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73152" cy="96012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54203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3. Logistic Regression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Performs classification using a linear decision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73152" cy="9601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254203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4. Decision Tree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Classifies using learned decision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73152" cy="9601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5. Prediction Module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Generates the final water-quality class.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1188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11880"/>
            <a:ext cx="73152" cy="96012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77647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6. Evaluation Module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Calculates classification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73152" cy="96012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01091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7. Visualization / Report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Shows predictions and model performance.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46320"/>
            <a:ext cx="5120640" cy="9601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846320"/>
            <a:ext cx="73152" cy="96012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5010912"/>
            <a:ext cx="4754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D46"/>
                </a:solidFill>
                <a:latin typeface="Aptos"/>
              </a:defRPr>
            </a:pPr>
            <a:r>
              <a:t>8. Security / Validation</a:t>
            </a:r>
          </a:p>
          <a:p>
            <a:pPr>
              <a:spcBef>
                <a:spcPts val="700"/>
              </a:spcBef>
              <a:defRPr sz="1100">
                <a:solidFill>
                  <a:srgbClr val="232D37"/>
                </a:solidFill>
                <a:latin typeface="Aptos"/>
              </a:defRPr>
            </a:pPr>
            <a:r>
              <a:t>Validates inputs and prevents invalid submissions.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Prepare the dataset and define the target water-quality class.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Implement preprocessing and model-training scripts in Python.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Train Logistic Regression and Decision Tree models using scikit-learn.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Evaluate the trained models on test data.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Save the selected model and preprocessing objects for website prediction.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Connect the website form to the prediction service and display the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25880"/>
            <a:ext cx="4663440" cy="182880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297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INSERT WEBSITE HOME / INPUT SCREENSHOT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429000"/>
            <a:ext cx="4663440" cy="182880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4114800"/>
            <a:ext cx="42976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INSERT PREDICTION / RESULT SCREENSHOT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Dataset / 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338328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188720"/>
            <a:ext cx="73152" cy="13258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35331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Dataset Name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Enter the exact dataset name/source used in your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73152" cy="132588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35331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Records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Enter the actual number of records after preprocessing.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188720"/>
            <a:ext cx="3383280" cy="13258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188720"/>
            <a:ext cx="73152" cy="132588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135331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D46"/>
                </a:solidFill>
                <a:latin typeface="Aptos"/>
              </a:defRPr>
            </a:pPr>
            <a:r>
              <a:t>Target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Water-quality class / potability label used by the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Typical input features may include pH, hardness, solids/TDS, chloramines, sulfate, conductivity, organic carbon, trihalomethanes and turbidity, depending on the selected dataset.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Preprocessing may include missing-value handling, feature scaling where required, duplicate/invalid record checks, and train-test splitting.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Replace the placeholders above with the exact values from your dataset before final submission.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Algorithm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20116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20116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D46"/>
                </a:solidFill>
                <a:latin typeface="Aptos"/>
              </a:defRPr>
            </a:pPr>
            <a:r>
              <a:t>Logistic Regression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A supervised classification algorithm that estimates class probability from input features. It is simple, fast and useful as an interpretable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20116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73152" cy="201168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D46"/>
                </a:solidFill>
                <a:latin typeface="Aptos"/>
              </a:defRPr>
            </a:pPr>
            <a:r>
              <a:t>Decision Tree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A rule-based classifier that recursively splits data using feature conditions. It is easy to visualize and can capture non-linear relationships.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1069848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73152" cy="141732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776472"/>
            <a:ext cx="10332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D46"/>
                </a:solidFill>
                <a:latin typeface="Aptos"/>
              </a:defRPr>
            </a:pPr>
            <a:r>
              <a:t>Why Compare Both?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The two models represent different decision-making approaches. Comparing them helps identify which model provides stronger performance on the selected water-quality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4688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73152" cy="109728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07592"/>
            <a:ext cx="2103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Accuracy</a:t>
            </a:r>
          </a:p>
          <a:p>
            <a:pPr>
              <a:spcBef>
                <a:spcPts val="700"/>
              </a:spcBef>
              <a:defRPr sz="1500">
                <a:solidFill>
                  <a:srgbClr val="232D37"/>
                </a:solidFill>
                <a:latin typeface="Aptos"/>
              </a:defRPr>
            </a:pPr>
            <a:r>
              <a:t>INSERT ACTUAL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43000"/>
            <a:ext cx="24688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143000"/>
            <a:ext cx="73152" cy="109728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307592"/>
            <a:ext cx="2103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Precision</a:t>
            </a:r>
          </a:p>
          <a:p>
            <a:pPr>
              <a:spcBef>
                <a:spcPts val="700"/>
              </a:spcBef>
              <a:defRPr sz="1500">
                <a:solidFill>
                  <a:srgbClr val="232D37"/>
                </a:solidFill>
                <a:latin typeface="Aptos"/>
              </a:defRPr>
            </a:pPr>
            <a:r>
              <a:t>INSERT ACTUAL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43000"/>
            <a:ext cx="24688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73152" cy="109728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7" y="1307592"/>
            <a:ext cx="2103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Recall</a:t>
            </a:r>
          </a:p>
          <a:p>
            <a:pPr>
              <a:spcBef>
                <a:spcPts val="700"/>
              </a:spcBef>
              <a:defRPr sz="1500">
                <a:solidFill>
                  <a:srgbClr val="232D37"/>
                </a:solidFill>
                <a:latin typeface="Aptos"/>
              </a:defRPr>
            </a:pPr>
            <a:r>
              <a:t>INSERT ACTUAL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43000"/>
            <a:ext cx="2468880" cy="109728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0" y="1143000"/>
            <a:ext cx="73152" cy="109728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87968" y="1307592"/>
            <a:ext cx="2103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F1-Score</a:t>
            </a:r>
          </a:p>
          <a:p>
            <a:pPr>
              <a:spcBef>
                <a:spcPts val="700"/>
              </a:spcBef>
              <a:defRPr sz="1500">
                <a:solidFill>
                  <a:srgbClr val="232D37"/>
                </a:solidFill>
                <a:latin typeface="Aptos"/>
              </a:defRPr>
            </a:pPr>
            <a:r>
              <a:t>INSERT ACTUAL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5212080" cy="242316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5890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INSERT MODEL COMPARISON BAR CHART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06040"/>
            <a:ext cx="5212080" cy="242316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5890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INSERT CONFUSION MATRIX / METRICS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• Report the exact test-set metrics from your trained models.</a:t>
            </a:r>
          </a:p>
          <a:p>
            <a:pPr>
              <a:spcAft>
                <a:spcPts val="10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• State which model performed better on your dataset and why.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Screenshots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520440" cy="196596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973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520440" cy="196596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8973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INPUT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43000"/>
            <a:ext cx="3520440" cy="196596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9738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PREDICTION SCREEN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3520440"/>
            <a:ext cx="3520440" cy="196596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427482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MODEL /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20440"/>
            <a:ext cx="3520440" cy="1965960"/>
          </a:xfrm>
          <a:prstGeom prst="roundRect">
            <a:avLst/>
          </a:prstGeom>
          <a:solidFill>
            <a:srgbClr val="F8FAFB"/>
          </a:solidFill>
          <a:ln>
            <a:solidFill>
              <a:srgbClr val="B4C3C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27482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F6973"/>
                </a:solidFill>
                <a:latin typeface="Aptos"/>
              </a:defRPr>
            </a:pPr>
            <a:r>
              <a:t>RESULT /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Simple web-based interface for entering water-quality parameters.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Automates classification using trained machine-learning models.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Provides a consistent prediction based on learned patterns in the dataset.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Decision Tree offers understandable rule-based decisions.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Logistic Regression provides a strong, lightweight baseline for classification.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System can be extended with charts, sensor inputs, user history, and additional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7472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46304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Water Monitoring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Quick screening support for water-quality datasets and monitoring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146304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Environmental Studies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Educational and research applications for studying relationships among water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234440"/>
            <a:ext cx="347472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55279" y="1234440"/>
            <a:ext cx="73152" cy="146304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139903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Community Awareness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Simple interface for understanding whether a sample falls into the trained quality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246120"/>
            <a:ext cx="347472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14600" y="3246120"/>
            <a:ext cx="73152" cy="1463040"/>
          </a:xfrm>
          <a:prstGeom prst="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15768" y="341071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Industrial Support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Can support preliminary classification before detailed laboratory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46120"/>
            <a:ext cx="3474720" cy="146304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246120"/>
            <a:ext cx="73152" cy="146304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41071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D46"/>
                </a:solidFill>
                <a:latin typeface="Aptos"/>
              </a:defRPr>
            </a:pPr>
            <a:r>
              <a:t>Smart Water Systems</a:t>
            </a:r>
          </a:p>
          <a:p>
            <a:pPr>
              <a:spcBef>
                <a:spcPts val="700"/>
              </a:spcBef>
              <a:defRPr sz="1300">
                <a:solidFill>
                  <a:srgbClr val="232D37"/>
                </a:solidFill>
                <a:latin typeface="Aptos"/>
              </a:defRPr>
            </a:pPr>
            <a:r>
              <a:t>Can be extended to receive data from IoT water-quality sensors.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Prediction quality depends on the quality, size, and representativeness of the training dataset.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The model cannot reliably classify conditions outside the patterns represented in training data.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Website predictions should be treated as decision-support output, not a replacement for certified laboratory testing.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Model performance may change when deployed on data from different locations or measurement instruments.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Current project scope may be limited to the available dataset and selected algorithms.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Integrate real-time IoT water-quality sensors.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Add more machine-learning models such as Random Forest, XGBoost, SVM or neural networks.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Add user accounts, prediction history, downloadable reports and dashboards.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Use larger and more geographically diverse datasets.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Deploy the website on a cloud platform for wider access.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Add explainable-AI features to show why a sample received a particular classification.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D46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9319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6969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0515600" cy="141732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73152" cy="1417320"/>
          </a:xfrm>
          <a:prstGeom prst="rect">
            <a:avLst/>
          </a:prstGeom>
          <a:solidFill>
            <a:srgbClr val="2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399032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2D46"/>
                </a:solidFill>
                <a:latin typeface="Aptos"/>
              </a:defRPr>
            </a:pPr>
            <a:r>
              <a:t>Project Outcome</a:t>
            </a:r>
          </a:p>
          <a:p>
            <a:pPr>
              <a:spcBef>
                <a:spcPts val="700"/>
              </a:spcBef>
              <a:defRPr sz="1600">
                <a:solidFill>
                  <a:srgbClr val="232D37"/>
                </a:solidFill>
                <a:latin typeface="Aptos"/>
              </a:defRPr>
            </a:pPr>
            <a:r>
              <a:t>The project demonstrates a web-based approach for classifying water quality using Logistic Regression and Decision Tree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507492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971800"/>
            <a:ext cx="73152" cy="1508760"/>
          </a:xfrm>
          <a:prstGeom prst="rect">
            <a:avLst/>
          </a:prstGeom>
          <a:solidFill>
            <a:srgbClr val="237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136392"/>
            <a:ext cx="470915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D46"/>
                </a:solidFill>
                <a:latin typeface="Aptos"/>
              </a:defRPr>
            </a:pPr>
            <a:r>
              <a:t>Key Contribution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Combines data preprocessing, supervised ML, model evaluation, and a user-friendly website.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971800"/>
            <a:ext cx="507492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971800"/>
            <a:ext cx="73152" cy="1508760"/>
          </a:xfrm>
          <a:prstGeom prst="rect">
            <a:avLst/>
          </a:prstGeom>
          <a:solidFill>
            <a:srgbClr val="37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3136392"/>
            <a:ext cx="470915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2D46"/>
                </a:solidFill>
                <a:latin typeface="Aptos"/>
              </a:defRPr>
            </a:pPr>
            <a:r>
              <a:t>Overall Impact</a:t>
            </a:r>
          </a:p>
          <a:p>
            <a:pPr>
              <a:spcBef>
                <a:spcPts val="700"/>
              </a:spcBef>
              <a:defRPr sz="1400">
                <a:solidFill>
                  <a:srgbClr val="232D37"/>
                </a:solidFill>
                <a:latin typeface="Aptos"/>
              </a:defRPr>
            </a:pPr>
            <a:r>
              <a:t>Provides a practical academic prototype that can be extended toward real-time monitoring and larger-scale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50749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Thank You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Water Quality Classification • KLH Bachupally Campus   |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1665</Words>
  <Application>Microsoft Office PowerPoint</Application>
  <PresentationFormat>Widescreen</PresentationFormat>
  <Paragraphs>247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TheoremLogic NumericLogorithm</dc:creator>
  <cp:keywords/>
  <dc:description>generated using python-pptx</dc:description>
  <cp:lastModifiedBy>Sairohit</cp:lastModifiedBy>
  <cp:revision>2</cp:revision>
  <dcterms:created xsi:type="dcterms:W3CDTF">2013-01-27T09:14:16Z</dcterms:created>
  <dcterms:modified xsi:type="dcterms:W3CDTF">2026-10-05T08:03:25Z</dcterms:modified>
  <cp:category/>
</cp:coreProperties>
</file>